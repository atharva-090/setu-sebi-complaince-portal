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8" r:id="rId12"/>
    <p:sldId id="270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1595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2588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Setu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SEBI circular to runtime compliance — automatically.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840480" y="3474720"/>
            <a:ext cx="14630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977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Regulatory-to-Runtime Compliance Portal for SEBI Intermediaries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8458200" y="4946904"/>
            <a:ext cx="457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solo builder who has already built the hard parts.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28016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828800"/>
            <a:ext cx="146304" cy="146304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8308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already live — Dockerised platform, data model + role-based auth, public on GitHub.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487168"/>
            <a:ext cx="146304" cy="146304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441448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before this: an AI business-rules engine, a graph-RAG analytics engine, and a RAG pipeline.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3145536"/>
            <a:ext cx="146304" cy="146304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099816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 composes those proven blocks — its riskiest pieces already exist and are tested.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3803904"/>
            <a:ext cx="146304" cy="146304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758184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+ applied AI: Next.js · NestJS · Python · PostgreSQL/pgvector · LLM pipelines.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8458200" y="4946904"/>
            <a:ext cx="457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new SEBI circular still means weeks of manual interpretation.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1691640"/>
            <a:ext cx="128016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03120"/>
            <a:ext cx="8046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issues circulars continuously. Every intermediary's compliance team re-reads each one, interprets it by hand, and updates workflows in spreadsheets - slow, inconsistent from firm to firm, and gap-prone. The smaller the intermediary, the thinner the team, and the faster they fall behind.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8458200" y="4946904"/>
            <a:ext cx="457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SOLUTIONS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options stop short of the actual work.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73152" cy="868680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0020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legal review + spreadsheets - slow, error-prone, and read differently by every firm.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33472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633472"/>
            <a:ext cx="73152" cy="868680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633472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GRC / change-management tools  t-hey flag that a rule changed; you still interpret and implement it by hand.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666744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3666744"/>
            <a:ext cx="73152" cy="868680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666744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RegTech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mostly KYC and fraud; it never touches obligation interpretation.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8458200" y="4946904"/>
            <a:ext cx="457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77640" y="914400"/>
            <a:ext cx="11887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if a circular compiled itself?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97280" y="2468880"/>
            <a:ext cx="6949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SEBI publishes, every obligation becomes a live, checkable rule - and every intermediary already knows what changed and whether they comply. No re-reading. No divergence.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8458200" y="4946904"/>
            <a:ext cx="457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canonical rulebook. Every intermediary, a live dashboard.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80467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74520"/>
            <a:ext cx="73152" cy="2377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212848"/>
            <a:ext cx="146304" cy="14630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2148840"/>
            <a:ext cx="7178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ingests a circular → Setu breaks it into obligations and builds a knowledge graph.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2926080"/>
            <a:ext cx="146304" cy="14630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2862072"/>
            <a:ext cx="7178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obligation becomes an executable rule - drafted by AI, approved by a human at SEBI.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14400" y="3639312"/>
            <a:ext cx="146304" cy="14630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3575304"/>
            <a:ext cx="7178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Intermediaries get red / green status from their own data - with the exact clause and audit trail.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8458200" y="4946904"/>
            <a:ext cx="457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one circular to an entire market's compliance.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783080"/>
            <a:ext cx="128016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488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Setu is the compiler between regulation and operations for India's securities market.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registered intermediaries - stockbrokers, investment advisers, research analysts, AMCs and RTAs. India's RegTech market: ~$1.5B, growing ~35% CAGR.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8458200" y="4946904"/>
            <a:ext cx="457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Others alert you a rule changed. Setu changes the rule.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804672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73152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83080"/>
            <a:ext cx="7498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 tools detect and notify - interpretation and implementation stay manual. Setu compiles the circular into an executable, human-approved control.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8046720" cy="13258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063240"/>
            <a:ext cx="7498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it closes the loop: when SEBI amends a circular, Setu re-compiles only the affected rules and every intermediary's dashboard updates the moment SEBI approves - with a tamper-evident audit trail.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8458200" y="4946904"/>
            <a:ext cx="457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waves we are riding.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046720" cy="822960"/>
          </a:xfrm>
          <a:prstGeom prst="rect">
            <a:avLst/>
          </a:prstGeom>
          <a:solidFill>
            <a:srgbClr val="22314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54480"/>
            <a:ext cx="73152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55448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is pushing continuous, real-time compliance and actively backing RegTech adoption.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8046720" cy="822960"/>
          </a:xfrm>
          <a:prstGeom prst="rect">
            <a:avLst/>
          </a:prstGeom>
          <a:solidFill>
            <a:srgbClr val="22314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514600"/>
            <a:ext cx="73152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51460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finally reliable at reading legal text with a human approving every rule.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8046720" cy="822960"/>
          </a:xfrm>
          <a:prstGeom prst="rect">
            <a:avLst/>
          </a:prstGeom>
          <a:solidFill>
            <a:srgbClr val="22314F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3474720"/>
            <a:ext cx="73152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47472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RegTech is booming (~35% CAGR), on track to be a top-2 global hub.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8458200" y="4946904"/>
            <a:ext cx="457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now?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804672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45920"/>
            <a:ext cx="73152" cy="2651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7498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dateable shifts converged. In 2024, SEBI consolidated obligations into machine-friendly master circulars and, at GFF 2025, launched the Securities Market Hackathon - the regulator itself is inviting this. At the same time, 2024-era LLMs crossed the threshold for reliable clause extraction. The regulatory text is finally structured, and the tools to read it finally work.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8458200" y="4946904"/>
            <a:ext cx="457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2-WEEK BUILD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scaffold to a live demo.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815084"/>
            <a:ext cx="41148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150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691640"/>
            <a:ext cx="7178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→ obligation knowledge graph on 2–3 real SEBI chapters.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78024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2601468"/>
            <a:ext cx="41148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6014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478024"/>
            <a:ext cx="7178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Per-intermediary evaluation - live red / green dashboards from their own data.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264408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3387852"/>
            <a:ext cx="41148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3878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264408"/>
            <a:ext cx="7178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amendment loop - SEBI approves a change, every dashboard recomputes.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050792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4174236"/>
            <a:ext cx="41148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1742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050792"/>
            <a:ext cx="7178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Multi-intermediary demo + exportable, tamper-evident audit trail.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8458200" y="4946904"/>
            <a:ext cx="457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258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Setu turns regulation into runtime.</a:t>
            </a:r>
            <a:endParaRPr lang="en-US" sz="36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pilot it.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Atharva Kulkarni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github.com/atharva-090/Setu-SEBI-Complaince-Portal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8458200" y="4946904"/>
            <a:ext cx="457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681</Words>
  <Application>Microsoft Office PowerPoint</Application>
  <PresentationFormat>On-screen Show (16:9)</PresentationFormat>
  <Paragraphs>76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Setu - SEBI Compliance Portal</dc:title>
  <dc:subject>PptxGenJS Presentation</dc:subject>
  <dc:creator>Atharva Kulkarni</dc:creator>
  <cp:lastModifiedBy>Atharva Kulkarni</cp:lastModifiedBy>
  <cp:revision>3</cp:revision>
  <dcterms:created xsi:type="dcterms:W3CDTF">2026-06-29T16:44:57Z</dcterms:created>
  <dcterms:modified xsi:type="dcterms:W3CDTF">2026-07-11T17:22:26Z</dcterms:modified>
</cp:coreProperties>
</file>